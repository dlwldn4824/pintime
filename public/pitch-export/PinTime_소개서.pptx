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ublic/pitch-export/00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ublic/pitch-export/01-probl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ublic/pitch-export/02-nee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ublic/pitch-export/03-conc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ublic/pitch-export/04-proto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ublic/pitch-export/05-i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PinTime 사업 소개서</dc:title>
  <dc:subject>PptxGenJS Presentation</dc:subject>
  <dc:creator>PptxGenJS</dc:creator>
  <cp:lastModifiedBy>PptxGenJS</cp:lastModifiedBy>
  <cp:revision>1</cp:revision>
  <dcterms:created xsi:type="dcterms:W3CDTF">2026-08-02T14:38:00Z</dcterms:created>
  <dcterms:modified xsi:type="dcterms:W3CDTF">2026-08-02T14:38:00Z</dcterms:modified>
</cp:coreProperties>
</file>